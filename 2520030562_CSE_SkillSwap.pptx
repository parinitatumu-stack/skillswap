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2" r:id="rId13"/>
    <p:sldId id="273" r:id="rId14"/>
    <p:sldId id="274" r:id="rId15"/>
    <p:sldId id="268" r:id="rId16"/>
    <p:sldId id="275" r:id="rId17"/>
    <p:sldId id="269" r:id="rId18"/>
    <p:sldId id="270" r:id="rId19"/>
    <p:sldId id="271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7CD919-3615-46B5-A6ED-B29BC9BD0AF8}" v="13" dt="2026-03-09T18:14:58.4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1" d="100"/>
          <a:sy n="91" d="100"/>
        </p:scale>
        <p:origin x="384" y="6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17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BFB33-B7A0-9C30-FBCA-2C6A92B09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F71BB9-E62A-8D67-B65D-5D2E1F99B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C0AFC-2819-BF03-B013-93EAA3F8B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E28CE-03E2-1AE8-3661-095D77E2A6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65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85ABA-7269-F7C2-A035-4F829085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9FFEB8-D1B6-D3AB-1346-D6FFB2994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1C984-5463-3E8F-5FCB-191CF1BDE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C02CB-C8F6-BD19-20ED-A7620680AC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107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4761B-DB4E-F836-339D-3396A334F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046AA-1E30-3D35-E20C-9BDD39343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DCCCA3-8316-9D7E-8DBB-74AE0C391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B012D-0F34-0996-A6F7-3633C0CAD3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47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25CFC-3516-77F0-E822-99811CB65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2ED7B-9947-6BEA-40C3-4A5AC8B64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A2DC1-5248-CC95-D0F8-1DE538FD5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3ED6E-F814-F40E-EED7-74DFCB0219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821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: Campus Skill Exchange Network Hub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Name: 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T. Sai Sri Parinita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ID: 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Cluster: 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Cluster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Section: </a:t>
            </a: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3154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0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Supervisor Name: P. Surekha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0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8600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0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CSE</a:t>
            </a:r>
            <a:endParaRPr lang="en-US" sz="2000" dirty="0"/>
          </a:p>
        </p:txBody>
      </p:sp>
      <p:pic>
        <p:nvPicPr>
          <p:cNvPr id="11" name="Image 0" descr="/home/claude/template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4069080"/>
            <a:ext cx="1463040" cy="731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Modules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CO's Attainments - FWD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CO's Attainments - DSA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Screenshots for FWD &amp; DSA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Geo-Tagged Photos</a:t>
            </a:r>
            <a:endParaRPr lang="en-US" sz="2200" dirty="0"/>
          </a:p>
        </p:txBody>
      </p:sp>
      <p:pic>
        <p:nvPicPr>
          <p:cNvPr id="4" name="Image 0" descr="/home/claude/template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39" y="1659762"/>
            <a:ext cx="8901559" cy="23321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SkillSwap is a web-based peer-to-peer skill exchange platform for students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can list skills they can teach and skills they want to learn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Enables barter-style learning — exchange skills without monetary transactions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 include: user registration, skill browsing, sending/accepting requests, and a reputation-based leaderboard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using HTML, CSS, and JavaScript as part of the FWD course project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DSA concepts are integrated to manage data, process requests, and rank users efficiently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Promotes collaborative and self-driven learning within the student community</a:t>
            </a:r>
            <a:endParaRPr lang="en-US" sz="2200" dirty="0"/>
          </a:p>
        </p:txBody>
      </p:sp>
      <p:pic>
        <p:nvPicPr>
          <p:cNvPr id="4" name="Image 0" descr="/home/claude/template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skill-learning relies on paid platforms such as Coursera, Udemy, and YouTube Premium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peer-to-peer skill exchange system tailored for college students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tools lack barter-based learning mechanisms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built-in reputation system to encourage quality exchanges among peers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have no structured way to discover who around them can teach a needed skill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Limitations: cost barriers, lack of personalization, no community-driven approach</a:t>
            </a:r>
            <a:endParaRPr lang="en-US" sz="2200" dirty="0"/>
          </a:p>
        </p:txBody>
      </p:sp>
      <p:pic>
        <p:nvPicPr>
          <p:cNvPr id="4" name="Image 0" descr="/home/claude/template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SkillSwap proposes a free, student-driven skill exchange platform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register, create profiles listing skills they teach and skills they want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matching system suggests compatible skill-exchange partners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Request management: send, accept, decline, and complete skill exchange requests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Reputation points awarded for completed exchanges to motivate participation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Leaderboard ranks students by reputation to encourage healthy competition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Dark/light theme support for enhanced user experience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DSA algorithms power the search, sorting, and request management under the hood</a:t>
            </a:r>
            <a:endParaRPr lang="en-US" sz="2200" dirty="0"/>
          </a:p>
        </p:txBody>
      </p:sp>
      <p:pic>
        <p:nvPicPr>
          <p:cNvPr id="4" name="Image 0" descr="/home/claude/template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18" name="Image 0" descr="/home/claude/template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362953B-DEB4-D1B3-A961-0A477E19D2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4159"/>
          <a:stretch>
            <a:fillRect/>
          </a:stretch>
        </p:blipFill>
        <p:spPr>
          <a:xfrm>
            <a:off x="1188720" y="852195"/>
            <a:ext cx="6858000" cy="39008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Auth Module: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Register &amp; login with name, student ID, dept, skills taught &amp; wanted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9047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Browse Module: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Explore all registered students, view profiles, filter by skill/department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1122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Request Module: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 skill exchange requests; manage pending, accepted &amp; completed requests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734056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Tracker Module: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exchange history, reputation points breakdown, and progress bars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3558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Leaderboard: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Ranks all students by reputation points earned through completed exchanges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DSA Module: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Sub-folder with Array, Stack, Queue, Linear Search, Binary Search, Bubble Sort</a:t>
            </a:r>
            <a:endParaRPr lang="en-US" sz="2000" dirty="0"/>
          </a:p>
        </p:txBody>
      </p:sp>
      <p:pic>
        <p:nvPicPr>
          <p:cNvPr id="9" name="Image 0" descr="/home/claude/template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build a functional peer-to-peer skill exchange web application for students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implement a user registration and profile system with skill listings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design a request management workflow (send → accept → complete)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develop a reputation system that incentivizes quality skill exchanges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integrate DSA concepts (Arrays, Stack, Queue, Searching, Sorting) into the project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demonstrate real-world application of FWD and DSA course outcomes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produce clean, maintainable, and well-structured front-end code</a:t>
            </a:r>
            <a:endParaRPr lang="en-US" sz="2200" dirty="0"/>
          </a:p>
        </p:txBody>
      </p:sp>
      <p:pic>
        <p:nvPicPr>
          <p:cNvPr id="4" name="Image 0" descr="/home/claude/template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CO's Attainments - FWD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1605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CO1: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Designed and structured the SkillSwap web application using semantic HTML5 elements and well-organized CSS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87406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CO2: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Implemented responsive UI with CSS variables, dark/light theme toggle, flexbox layouts, and card components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427733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CO3: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Developed interactive JavaScript features: form validation, dynamic DOM rendering, event handling, and overlays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137461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CO4: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Implemented data-driven UI — student profiles, request management, leaderboard rendered dynamically via JS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7993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CO5: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Integrated all modules into a single-page application with seamless navigation and state management</a:t>
            </a:r>
            <a:endParaRPr lang="en-US" sz="2000" dirty="0"/>
          </a:p>
        </p:txBody>
      </p:sp>
      <p:pic>
        <p:nvPicPr>
          <p:cNvPr id="8" name="Image 0" descr="/home/claude/template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CO's Attainments - DSA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CO1: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Implemented Linear Search (find students by skill) and Binary Search (find by rep score); Bubble Sort for leaderboard ranking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7335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CO2: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Arrays as primary ADT — store student profiles, traverse using forEach, filter by department, map to extract unique skills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478024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CO3: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Implemented Stack (LIFO) for request history with push/pop/peek; Queue (FIFO) for pending requests with enqueue/dequeue/front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82696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CO4: </a:t>
            </a: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JavaScript Arrays and custom Queue class as equivalents of Java List and Queue Collections for scalable data management</a:t>
            </a:r>
            <a:endParaRPr lang="en-US" sz="2000" dirty="0"/>
          </a:p>
        </p:txBody>
      </p:sp>
      <p:pic>
        <p:nvPicPr>
          <p:cNvPr id="7" name="Image 0" descr="/home/claude/template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Screenshots - FWD (SkillSwap UI)</a:t>
            </a:r>
            <a:endParaRPr lang="en-US" sz="3200" dirty="0"/>
          </a:p>
        </p:txBody>
      </p:sp>
      <p:pic>
        <p:nvPicPr>
          <p:cNvPr id="5" name="Image 0" descr="/home/claude/template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777005-4220-7128-708A-AD60415F3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53" y="758952"/>
            <a:ext cx="7741093" cy="40209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B52A5-B831-45F6-688A-14AF9BA8F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D50569-627D-B1E3-9062-8E275AF9768E}"/>
              </a:ext>
            </a:extLst>
          </p:cNvPr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Screenshots - FWD (SkillSwap UI)</a:t>
            </a:r>
            <a:endParaRPr lang="en-US" sz="3200" dirty="0"/>
          </a:p>
        </p:txBody>
      </p:sp>
      <p:pic>
        <p:nvPicPr>
          <p:cNvPr id="5" name="Image 0" descr="/home/claude/template_media/ppt/media/image1.png">
            <a:extLst>
              <a:ext uri="{FF2B5EF4-FFF2-40B4-BE49-F238E27FC236}">
                <a16:creationId xmlns:a16="http://schemas.microsoft.com/office/drawing/2014/main" id="{3E428306-642B-FB56-FE5F-1E152BF9D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513CF887-53FE-25EF-C64A-6EA8D8E6FCE6}"/>
              </a:ext>
            </a:extLst>
          </p:cNvPr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0D3E785-9C7A-BCA0-B5DA-0BA8610C5268}"/>
              </a:ext>
            </a:extLst>
          </p:cNvPr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F02674E-18D2-0972-E06A-879F52C37E0E}"/>
              </a:ext>
            </a:extLst>
          </p:cNvPr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15E56B-4399-F773-62E9-94569BE8A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25" y="758952"/>
            <a:ext cx="7746750" cy="402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46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AF7A6-12B1-0DE9-AB0D-FF910C49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C00BD30-08DC-FEC3-4833-EC88BF4B97BF}"/>
              </a:ext>
            </a:extLst>
          </p:cNvPr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Screenshots - FWD (SkillSwap UI)</a:t>
            </a:r>
            <a:endParaRPr lang="en-US" sz="3200" dirty="0"/>
          </a:p>
        </p:txBody>
      </p:sp>
      <p:pic>
        <p:nvPicPr>
          <p:cNvPr id="5" name="Image 0" descr="/home/claude/template_media/ppt/media/image1.png">
            <a:extLst>
              <a:ext uri="{FF2B5EF4-FFF2-40B4-BE49-F238E27FC236}">
                <a16:creationId xmlns:a16="http://schemas.microsoft.com/office/drawing/2014/main" id="{8984F8A2-B415-AF18-B19A-0A64714B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AFD7028C-5F4A-8CFA-E597-EDE5EF37AED7}"/>
              </a:ext>
            </a:extLst>
          </p:cNvPr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86B32EA-CB2A-46A1-E9C2-33B27B4A9790}"/>
              </a:ext>
            </a:extLst>
          </p:cNvPr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BC85BEC-7559-A89E-36B3-56C88786E74A}"/>
              </a:ext>
            </a:extLst>
          </p:cNvPr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66A8AD-EFC4-AAAE-D3A5-366B1B6FA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79" y="733806"/>
            <a:ext cx="7768641" cy="403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476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C2546-9EB8-AB37-6A67-129ACF58A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9A41EA-F8C5-68C7-85C3-B6730B79C6B0}"/>
              </a:ext>
            </a:extLst>
          </p:cNvPr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Screenshots - FWD (SkillSwap UI)</a:t>
            </a:r>
            <a:endParaRPr lang="en-US" sz="3200" dirty="0"/>
          </a:p>
        </p:txBody>
      </p:sp>
      <p:pic>
        <p:nvPicPr>
          <p:cNvPr id="5" name="Image 0" descr="/home/claude/template_media/ppt/media/image1.png">
            <a:extLst>
              <a:ext uri="{FF2B5EF4-FFF2-40B4-BE49-F238E27FC236}">
                <a16:creationId xmlns:a16="http://schemas.microsoft.com/office/drawing/2014/main" id="{D6943848-3385-D6B1-E271-7506E792B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30DDB744-0903-6672-78B8-27A2C0E98813}"/>
              </a:ext>
            </a:extLst>
          </p:cNvPr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C22E80D-F49F-ED25-E63B-E3CE3AEDC9C2}"/>
              </a:ext>
            </a:extLst>
          </p:cNvPr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433D909-D2B8-88C9-5114-0DC27B4F90D9}"/>
              </a:ext>
            </a:extLst>
          </p:cNvPr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6689CB-597D-27D3-9929-4D71A3BA5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79" y="667512"/>
            <a:ext cx="8012041" cy="416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28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Screenshots - DSA (Console Output)</a:t>
            </a:r>
            <a:endParaRPr lang="en-US" sz="3200" dirty="0"/>
          </a:p>
        </p:txBody>
      </p:sp>
      <p:pic>
        <p:nvPicPr>
          <p:cNvPr id="5" name="Image 0" descr="/home/claude/template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5F7969-05F6-CAC7-DC6F-1DACCF2CB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843282"/>
            <a:ext cx="3676895" cy="39187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05B8227-2E0A-3583-4DA2-2D8FD9D627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6555" y="866501"/>
            <a:ext cx="4544736" cy="38954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A27E1-A971-0232-5D2F-81DD6C818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2CB408-4143-A85D-CD94-182B812D7A70}"/>
              </a:ext>
            </a:extLst>
          </p:cNvPr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Screenshots - DSA (Console Output)</a:t>
            </a:r>
            <a:endParaRPr lang="en-US" sz="3200" dirty="0"/>
          </a:p>
        </p:txBody>
      </p:sp>
      <p:pic>
        <p:nvPicPr>
          <p:cNvPr id="5" name="Image 0" descr="/home/claude/template_media/ppt/media/image1.png">
            <a:extLst>
              <a:ext uri="{FF2B5EF4-FFF2-40B4-BE49-F238E27FC236}">
                <a16:creationId xmlns:a16="http://schemas.microsoft.com/office/drawing/2014/main" id="{A8B3B316-3E78-9D97-C469-63C76A92B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F8ACDBE-33DC-F0F2-C206-86D15C3AFAEA}"/>
              </a:ext>
            </a:extLst>
          </p:cNvPr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46A2C43-0DE9-BBE8-5BBA-096BB348F234}"/>
              </a:ext>
            </a:extLst>
          </p:cNvPr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0B8BFB2-0E10-F8AF-C069-DDAFD35FDF9C}"/>
              </a:ext>
            </a:extLst>
          </p:cNvPr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4CDC9C-1588-E008-CD6A-DE6901DA0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960373"/>
            <a:ext cx="6819837" cy="381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181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412480" cy="33929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SkillSwap successfully demonstrates a real-world web application built with HTML, CSS, and JavaScript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platform bridges the gap in peer-to-peer skill exchange among students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FWD course outcomes were achieved through responsive UI, dynamic rendering, and interactive features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DSA concepts (Arrays, Stack, Queue, Linear &amp; Binary Search, Bubble Sort) were integrated meaningfully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DSA concept maps directly to a functional feature within the SkillSwap platform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reflects strong understanding of both front-end development and data structure fundamentals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scope: backend integration, real-time chat, and AI-based skill matching</a:t>
            </a:r>
            <a:endParaRPr lang="en-US" dirty="0"/>
          </a:p>
        </p:txBody>
      </p:sp>
      <p:pic>
        <p:nvPicPr>
          <p:cNvPr id="4" name="Image 0" descr="/home/claude/template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Geo-Tagged Photos</a:t>
            </a:r>
            <a:endParaRPr lang="en-US" sz="3200" dirty="0"/>
          </a:p>
        </p:txBody>
      </p:sp>
      <p:pic>
        <p:nvPicPr>
          <p:cNvPr id="5" name="Image 0" descr="/home/claude/template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5720"/>
            <a:ext cx="100584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00" dirty="0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E5DB8C0D-FE7D-85C1-24BC-73FD81CC9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C7C78B08-6161-D18B-8EC2-F4B54FE99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D000FCCE-F16A-986D-2403-DDBECE6EA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E5ED62C-CD55-8686-E924-7248E21622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124"/>
          <a:stretch>
            <a:fillRect/>
          </a:stretch>
        </p:blipFill>
        <p:spPr>
          <a:xfrm>
            <a:off x="126700" y="1178374"/>
            <a:ext cx="4619372" cy="306139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B20CADE-1618-F657-54E0-2763CBE515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000" r="9357"/>
          <a:stretch>
            <a:fillRect/>
          </a:stretch>
        </p:blipFill>
        <p:spPr>
          <a:xfrm>
            <a:off x="4853449" y="1178375"/>
            <a:ext cx="4171235" cy="306139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T. Sai Sri Parinita  |  2520030562  |  CSE  |  Cluster 1  |  Section 2</a:t>
            </a:r>
            <a:endParaRPr lang="en-US" sz="2000" dirty="0"/>
          </a:p>
        </p:txBody>
      </p:sp>
      <p:pic>
        <p:nvPicPr>
          <p:cNvPr id="4" name="Image 0" descr="/home/claude/template_media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566160"/>
            <a:ext cx="146304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06-03-2026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7432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2520030562          Department of CSE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997</Words>
  <Application>Microsoft Office PowerPoint</Application>
  <PresentationFormat>On-screen Show (16:9)</PresentationFormat>
  <Paragraphs>164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SkillSwap</dc:title>
  <dc:subject>PptxGenJS Presentation</dc:subject>
  <dc:creator>PptxGenJS</dc:creator>
  <cp:lastModifiedBy>parinita tumu</cp:lastModifiedBy>
  <cp:revision>2</cp:revision>
  <dcterms:created xsi:type="dcterms:W3CDTF">2026-03-06T03:41:41Z</dcterms:created>
  <dcterms:modified xsi:type="dcterms:W3CDTF">2026-03-09T18:22:50Z</dcterms:modified>
</cp:coreProperties>
</file>